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  <p:sldId id="267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21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98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G:\Born%20At%20Risk%20MS\visuals\mississippi_priority_map_interactive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E4070">
              <a:alpha val="40000"/>
            </a:srgbClr>
          </a:solidFill>
          <a:ln w="12700">
            <a:solidFill>
              <a:srgbClr val="2E407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 PUBLIC HEALTH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 at Risk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Mississippi Maternal-Infant Health Priority Index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495040"/>
            <a:ext cx="6858000" cy="77724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064" y="3554476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counties need to be prioritized first and why?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FOCUS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527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996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 maternal and infant health with county-level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84832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488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APPROACH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public health prioritization across all 82 counties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80944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44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METHOD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overlapping and compounding risks, not single 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77056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9410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PURPOSE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4187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decision-support tool not a clinical prediction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283464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09360" y="2057400"/>
            <a:ext cx="210312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9456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Mississippi counties carrying the heaviest combined burden?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birth weight alone doesn't tell the full story. The barriers surrounding a family matter just as much.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94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County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obesity, hypertension, smoking, physical inactivity, poor physical &amp; mental health, depression, uninsured rates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063240"/>
            <a:ext cx="594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CDC/ATSDR Social Vulnerability Index (SVI)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Poverty, unemployment, disability, single-parent households, no vehicle access, no internet, overall social vulnerability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43000"/>
            <a:ext cx="594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12344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Health Rankings Mississippi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6459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birth weight, children in poverty, severe housing, food environment, broadband access, childcare cost burden, provider access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63240"/>
            <a:ext cx="5943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3154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of Dimes Mississippi Report Card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5661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context: maternal and infant health significance in Mississippi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4626694"/>
            <a:ext cx="864108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2359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Common Join Key: County FIPS / GEOID — enabling all datasets to connect at the county level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32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Database:  born_at_risk_ms.db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73152" cy="8686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2185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county information &amp; FIPS codes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834640"/>
            <a:ext cx="7315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places_health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" y="3236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health indicators by county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862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86200"/>
            <a:ext cx="73152" cy="868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social_vulnerability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" y="4288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CDC/ATSDR SVI scores &amp; components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783080"/>
            <a:ext cx="73152" cy="8686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35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county_health_rankings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9472" y="21854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birth weight, access indicators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73152" cy="86868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master_county_data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9472" y="32369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table combining all datasets by FIPS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88620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19472" y="4288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scores, final score &amp; priority level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79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1: Maternal &amp; Infant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birth weight percentage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017520"/>
            <a:ext cx="416052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0540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2: Chronic Disease Burden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34747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obesity, high blood pressure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8221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physical inactivity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41696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physical &amp; mental health, depression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43000"/>
            <a:ext cx="41605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179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3: Social Vulnerability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6002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CDC/ATSDR overall SVI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41605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0540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4: Access &amp; Resource Barriers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4747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rates, no vehicle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8221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poverty, severe housing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41696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cost, food, broadband, providers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Priority Score  =  Average of 4 Domain Scores  (percentile 0–100, higher = higher concern, equal weighting)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Priority Map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Mississippi-wide geographic view of final priority scores by county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Priority Counties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12140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ranked bar chart of highest-scoring counties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98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Score Breakdown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212140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top counties rank critical — multiple domains simultaneously high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218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vs. Low Birth Weight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 showing how social vulnerability and infant outcomes co-occur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218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🖱️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Hover Map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hover to see county name, final priority score, and priority level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218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Report Card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0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Per-county breakdown of all domain scores and indicators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20224B2-1E7E-4DAE-9EBC-6C2C410E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558" y="0"/>
            <a:ext cx="3713869" cy="51435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B281DF2-67F1-42E2-91CE-6ABB2054C843}"/>
              </a:ext>
            </a:extLst>
          </p:cNvPr>
          <p:cNvGrpSpPr/>
          <p:nvPr/>
        </p:nvGrpSpPr>
        <p:grpSpPr>
          <a:xfrm>
            <a:off x="621792" y="560832"/>
            <a:ext cx="2353056" cy="1231392"/>
            <a:chOff x="621792" y="560832"/>
            <a:chExt cx="2353056" cy="123139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485CB20-734E-49E4-A52B-B17D34812BB9}"/>
                </a:ext>
              </a:extLst>
            </p:cNvPr>
            <p:cNvSpPr/>
            <p:nvPr/>
          </p:nvSpPr>
          <p:spPr>
            <a:xfrm>
              <a:off x="621792" y="560832"/>
              <a:ext cx="2353056" cy="123139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hlinkClick r:id="rId4" action="ppaction://hlinkfile"/>
              <a:extLst>
                <a:ext uri="{FF2B5EF4-FFF2-40B4-BE49-F238E27FC236}">
                  <a16:creationId xmlns:a16="http://schemas.microsoft.com/office/drawing/2014/main" id="{BB8A68BF-826C-4A96-BB48-149F1B531088}"/>
                </a:ext>
              </a:extLst>
            </p:cNvPr>
            <p:cNvSpPr txBox="1"/>
            <p:nvPr/>
          </p:nvSpPr>
          <p:spPr>
            <a:xfrm>
              <a:off x="698522" y="668696"/>
              <a:ext cx="21995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Open Interactive Map</a:t>
              </a:r>
            </a:p>
            <a:p>
              <a:pPr algn="ctr"/>
              <a:r>
                <a:rPr lang="en-GB" sz="1100" dirty="0"/>
                <a:t>(</a:t>
              </a:r>
              <a:r>
                <a:rPr lang="en-GB" sz="1100" dirty="0" err="1"/>
                <a:t>Crtl</a:t>
              </a:r>
              <a:r>
                <a:rPr lang="en-GB" sz="1100" dirty="0"/>
                <a:t> + Click)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129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CBF7B-D872-4C0D-B724-18D86DE3D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43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08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14CAF-BDF0-4FC7-B7E4-6E59EF1B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5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F18C2-C347-48DC-80EE-402FCF308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83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 CONCLUSIONS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HIGHEST-PRIORITY COUNTIES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5120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Humphreys County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93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9397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Holmes County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670048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7066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Quitman County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319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192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Coahoma County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5120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Sharkey County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097280"/>
            <a:ext cx="306324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234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Finding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1664208"/>
            <a:ext cx="224028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78308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highest-priority counties are not high because of one issue.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rank high because multiple risk domains overlap simultaneously: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high low birth weight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chronic disease burden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Maximum social vulnerability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 access &amp; resource barriers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4343400"/>
            <a:ext cx="30632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40740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compounds and so must our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2E4070">
              <a:alpha val="35000"/>
            </a:srgbClr>
          </a:solidFill>
          <a:ln w="12700">
            <a:solidFill>
              <a:srgbClr val="2E407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county on this map represents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families, real mothers, and real babies.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score will not solve maternal and infant health by itself.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 help us notice the places where risk is stacking up — before more families fall through the cracks.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6858000" cy="91440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63931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 at Risk: Using public data not just to describe inequality,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to help target support where it may be needed most.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652</Words>
  <Application>Microsoft Office PowerPoint</Application>
  <PresentationFormat>On-screen Show (16:9)</PresentationFormat>
  <Paragraphs>117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at Risk: A Mississippi Maternal-Infant Health Priority Index</dc:title>
  <dc:subject>PptxGenJS Presentation</dc:subject>
  <dc:creator>PptxGenJS</dc:creator>
  <cp:lastModifiedBy>Mashrafee Aryan</cp:lastModifiedBy>
  <cp:revision>6</cp:revision>
  <dcterms:created xsi:type="dcterms:W3CDTF">2026-05-17T20:31:55Z</dcterms:created>
  <dcterms:modified xsi:type="dcterms:W3CDTF">2026-05-17T21:35:01Z</dcterms:modified>
</cp:coreProperties>
</file>